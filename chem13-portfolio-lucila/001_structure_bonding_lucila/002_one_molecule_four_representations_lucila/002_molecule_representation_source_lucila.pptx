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771900" cy="5321300"/>
  <p:notesSz cx="6858000" cy="9144000"/>
  <p:embeddedFontLs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3.png" Type="http://schemas.openxmlformats.org/officeDocument/2006/relationships/image"/><Relationship Id="rId14" Target="../media/image4.png" Type="http://schemas.openxmlformats.org/officeDocument/2006/relationships/image"/><Relationship Id="rId15" Target="../media/image5.svg" Type="http://schemas.openxmlformats.org/officeDocument/2006/relationships/image"/><Relationship Id="rId16" Target="../media/image6.png" Type="http://schemas.openxmlformats.org/officeDocument/2006/relationships/image"/><Relationship Id="rId17" Target="../media/image7.svg" Type="http://schemas.openxmlformats.org/officeDocument/2006/relationships/image"/><Relationship Id="rId18" Target="../media/image8.png" Type="http://schemas.openxmlformats.org/officeDocument/2006/relationships/image"/><Relationship Id="rId19" Target="../media/image9.svg" Type="http://schemas.openxmlformats.org/officeDocument/2006/relationships/image"/><Relationship Id="rId2" Target="../media/image10.png" Type="http://schemas.openxmlformats.org/officeDocument/2006/relationships/imag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../media/image6.png" Type="http://schemas.openxmlformats.org/officeDocument/2006/relationships/image"/><Relationship Id="rId18" Target="../media/image7.svg" Type="http://schemas.openxmlformats.org/officeDocument/2006/relationships/image"/><Relationship Id="rId19" Target="../media/image8.png" Type="http://schemas.openxmlformats.org/officeDocument/2006/relationships/image"/><Relationship Id="rId2" Target="../media/image10.png" Type="http://schemas.openxmlformats.org/officeDocument/2006/relationships/image"/><Relationship Id="rId20" Target="../media/image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2473167" y="3020121"/>
            <a:ext cx="682900" cy="245844"/>
          </a:xfrm>
          <a:custGeom>
            <a:avLst/>
            <a:gdLst/>
            <a:ahLst/>
            <a:cxnLst/>
            <a:rect r="r" b="b" t="t" l="l"/>
            <a:pathLst>
              <a:path h="245844" w="682900">
                <a:moveTo>
                  <a:pt x="0" y="0"/>
                </a:moveTo>
                <a:lnTo>
                  <a:pt x="682899" y="0"/>
                </a:lnTo>
                <a:lnTo>
                  <a:pt x="682899" y="245844"/>
                </a:lnTo>
                <a:lnTo>
                  <a:pt x="0" y="2458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872872" y="1288926"/>
            <a:ext cx="1883489" cy="1267074"/>
          </a:xfrm>
          <a:custGeom>
            <a:avLst/>
            <a:gdLst/>
            <a:ahLst/>
            <a:cxnLst/>
            <a:rect r="r" b="b" t="t" l="l"/>
            <a:pathLst>
              <a:path h="1267074" w="1883489">
                <a:moveTo>
                  <a:pt x="0" y="0"/>
                </a:moveTo>
                <a:lnTo>
                  <a:pt x="1883489" y="0"/>
                </a:lnTo>
                <a:lnTo>
                  <a:pt x="1883489" y="1267074"/>
                </a:lnTo>
                <a:lnTo>
                  <a:pt x="0" y="12670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72872" y="1295847"/>
            <a:ext cx="1883489" cy="1267074"/>
          </a:xfrm>
          <a:custGeom>
            <a:avLst/>
            <a:gdLst/>
            <a:ahLst/>
            <a:cxnLst/>
            <a:rect r="r" b="b" t="t" l="l"/>
            <a:pathLst>
              <a:path h="1267074" w="1883489">
                <a:moveTo>
                  <a:pt x="0" y="0"/>
                </a:moveTo>
                <a:lnTo>
                  <a:pt x="1883489" y="0"/>
                </a:lnTo>
                <a:lnTo>
                  <a:pt x="1883489" y="1267074"/>
                </a:lnTo>
                <a:lnTo>
                  <a:pt x="0" y="12670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PROPANE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1164" y="512658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4036" y="2920461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906785" y="1297665"/>
            <a:ext cx="1815662" cy="1224306"/>
          </a:xfrm>
          <a:custGeom>
            <a:avLst/>
            <a:gdLst/>
            <a:ahLst/>
            <a:cxnLst/>
            <a:rect r="r" b="b" t="t" l="l"/>
            <a:pathLst>
              <a:path h="1224306" w="1815662">
                <a:moveTo>
                  <a:pt x="0" y="0"/>
                </a:moveTo>
                <a:lnTo>
                  <a:pt x="1815663" y="0"/>
                </a:lnTo>
                <a:lnTo>
                  <a:pt x="1815663" y="1224306"/>
                </a:lnTo>
                <a:lnTo>
                  <a:pt x="0" y="1224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45804" y="2918006"/>
            <a:ext cx="848569" cy="303942"/>
          </a:xfrm>
          <a:custGeom>
            <a:avLst/>
            <a:gdLst/>
            <a:ahLst/>
            <a:cxnLst/>
            <a:rect r="r" b="b" t="t" l="l"/>
            <a:pathLst>
              <a:path h="303942" w="848569">
                <a:moveTo>
                  <a:pt x="0" y="0"/>
                </a:moveTo>
                <a:lnTo>
                  <a:pt x="848569" y="0"/>
                </a:lnTo>
                <a:lnTo>
                  <a:pt x="848569" y="303942"/>
                </a:lnTo>
                <a:lnTo>
                  <a:pt x="0" y="3039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ETHANOL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4036" y="2908052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OH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906785" y="1297665"/>
            <a:ext cx="1815662" cy="1224306"/>
          </a:xfrm>
          <a:custGeom>
            <a:avLst/>
            <a:gdLst/>
            <a:ahLst/>
            <a:cxnLst/>
            <a:rect r="r" b="b" t="t" l="l"/>
            <a:pathLst>
              <a:path h="1224306" w="1815662">
                <a:moveTo>
                  <a:pt x="0" y="0"/>
                </a:moveTo>
                <a:lnTo>
                  <a:pt x="1815663" y="0"/>
                </a:lnTo>
                <a:lnTo>
                  <a:pt x="1815663" y="1224306"/>
                </a:lnTo>
                <a:lnTo>
                  <a:pt x="0" y="1224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498348" y="2833776"/>
            <a:ext cx="615969" cy="546533"/>
          </a:xfrm>
          <a:custGeom>
            <a:avLst/>
            <a:gdLst/>
            <a:ahLst/>
            <a:cxnLst/>
            <a:rect r="r" b="b" t="t" l="l"/>
            <a:pathLst>
              <a:path h="546533" w="615969">
                <a:moveTo>
                  <a:pt x="0" y="0"/>
                </a:moveTo>
                <a:lnTo>
                  <a:pt x="615969" y="0"/>
                </a:lnTo>
                <a:lnTo>
                  <a:pt x="615969" y="546533"/>
                </a:lnTo>
                <a:lnTo>
                  <a:pt x="0" y="5465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88398" y="1183340"/>
            <a:ext cx="1811132" cy="1351787"/>
          </a:xfrm>
          <a:custGeom>
            <a:avLst/>
            <a:gdLst/>
            <a:ahLst/>
            <a:cxnLst/>
            <a:rect r="r" b="b" t="t" l="l"/>
            <a:pathLst>
              <a:path h="1351787" w="1811132">
                <a:moveTo>
                  <a:pt x="0" y="0"/>
                </a:moveTo>
                <a:lnTo>
                  <a:pt x="1811131" y="0"/>
                </a:lnTo>
                <a:lnTo>
                  <a:pt x="1811131" y="1351786"/>
                </a:lnTo>
                <a:lnTo>
                  <a:pt x="0" y="1351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ACETONE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073" y="2908052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propan-2-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one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884667" y="1184340"/>
            <a:ext cx="1811132" cy="1351787"/>
          </a:xfrm>
          <a:custGeom>
            <a:avLst/>
            <a:gdLst/>
            <a:ahLst/>
            <a:cxnLst/>
            <a:rect r="r" b="b" t="t" l="l"/>
            <a:pathLst>
              <a:path h="1351787" w="1811132">
                <a:moveTo>
                  <a:pt x="0" y="0"/>
                </a:moveTo>
                <a:lnTo>
                  <a:pt x="1811132" y="0"/>
                </a:lnTo>
                <a:lnTo>
                  <a:pt x="1811132" y="1351787"/>
                </a:lnTo>
                <a:lnTo>
                  <a:pt x="0" y="1351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364600" y="2903891"/>
            <a:ext cx="755485" cy="560772"/>
          </a:xfrm>
          <a:custGeom>
            <a:avLst/>
            <a:gdLst/>
            <a:ahLst/>
            <a:cxnLst/>
            <a:rect r="r" b="b" t="t" l="l"/>
            <a:pathLst>
              <a:path h="560772" w="755485">
                <a:moveTo>
                  <a:pt x="0" y="0"/>
                </a:moveTo>
                <a:lnTo>
                  <a:pt x="755485" y="0"/>
                </a:lnTo>
                <a:lnTo>
                  <a:pt x="755485" y="560772"/>
                </a:lnTo>
                <a:lnTo>
                  <a:pt x="0" y="560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68972" y="1175941"/>
            <a:ext cx="1836250" cy="1370534"/>
          </a:xfrm>
          <a:custGeom>
            <a:avLst/>
            <a:gdLst/>
            <a:ahLst/>
            <a:cxnLst/>
            <a:rect r="r" b="b" t="t" l="l"/>
            <a:pathLst>
              <a:path h="1370534" w="1836250">
                <a:moveTo>
                  <a:pt x="0" y="0"/>
                </a:moveTo>
                <a:lnTo>
                  <a:pt x="1836250" y="0"/>
                </a:lnTo>
                <a:lnTo>
                  <a:pt x="1836250" y="1370534"/>
                </a:lnTo>
                <a:lnTo>
                  <a:pt x="0" y="13705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ACETIC ACID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073" y="2908052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ethan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oic acid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871148" y="1178116"/>
            <a:ext cx="1836250" cy="1370534"/>
          </a:xfrm>
          <a:custGeom>
            <a:avLst/>
            <a:gdLst/>
            <a:ahLst/>
            <a:cxnLst/>
            <a:rect r="r" b="b" t="t" l="l"/>
            <a:pathLst>
              <a:path h="1370534" w="1836250">
                <a:moveTo>
                  <a:pt x="0" y="0"/>
                </a:moveTo>
                <a:lnTo>
                  <a:pt x="1836250" y="0"/>
                </a:lnTo>
                <a:lnTo>
                  <a:pt x="1836250" y="1370534"/>
                </a:lnTo>
                <a:lnTo>
                  <a:pt x="0" y="13705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398482" y="2846728"/>
            <a:ext cx="933051" cy="511882"/>
          </a:xfrm>
          <a:custGeom>
            <a:avLst/>
            <a:gdLst/>
            <a:ahLst/>
            <a:cxnLst/>
            <a:rect r="r" b="b" t="t" l="l"/>
            <a:pathLst>
              <a:path h="511882" w="933051">
                <a:moveTo>
                  <a:pt x="0" y="0"/>
                </a:moveTo>
                <a:lnTo>
                  <a:pt x="933051" y="0"/>
                </a:lnTo>
                <a:lnTo>
                  <a:pt x="933051" y="511883"/>
                </a:lnTo>
                <a:lnTo>
                  <a:pt x="0" y="511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19093" y="1329711"/>
            <a:ext cx="1992593" cy="1121514"/>
          </a:xfrm>
          <a:custGeom>
            <a:avLst/>
            <a:gdLst/>
            <a:ahLst/>
            <a:cxnLst/>
            <a:rect r="r" b="b" t="t" l="l"/>
            <a:pathLst>
              <a:path h="1121514" w="1992593">
                <a:moveTo>
                  <a:pt x="0" y="0"/>
                </a:moveTo>
                <a:lnTo>
                  <a:pt x="1992593" y="0"/>
                </a:lnTo>
                <a:lnTo>
                  <a:pt x="1992593" y="1121514"/>
                </a:lnTo>
                <a:lnTo>
                  <a:pt x="0" y="1121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ETHYL ACETATE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1055" y="2908052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ethyl ethan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oate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819093" y="1329711"/>
            <a:ext cx="1992593" cy="1121514"/>
          </a:xfrm>
          <a:custGeom>
            <a:avLst/>
            <a:gdLst/>
            <a:ahLst/>
            <a:cxnLst/>
            <a:rect r="r" b="b" t="t" l="l"/>
            <a:pathLst>
              <a:path h="1121514" w="1992593">
                <a:moveTo>
                  <a:pt x="0" y="0"/>
                </a:moveTo>
                <a:lnTo>
                  <a:pt x="1992593" y="0"/>
                </a:lnTo>
                <a:lnTo>
                  <a:pt x="1992593" y="1121514"/>
                </a:lnTo>
                <a:lnTo>
                  <a:pt x="0" y="1121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587540" y="2882851"/>
            <a:ext cx="416783" cy="477564"/>
          </a:xfrm>
          <a:custGeom>
            <a:avLst/>
            <a:gdLst/>
            <a:ahLst/>
            <a:cxnLst/>
            <a:rect r="r" b="b" t="t" l="l"/>
            <a:pathLst>
              <a:path h="477564" w="416783">
                <a:moveTo>
                  <a:pt x="0" y="0"/>
                </a:moveTo>
                <a:lnTo>
                  <a:pt x="416783" y="0"/>
                </a:lnTo>
                <a:lnTo>
                  <a:pt x="416783" y="477564"/>
                </a:lnTo>
                <a:lnTo>
                  <a:pt x="0" y="4775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86640" y="1214194"/>
            <a:ext cx="1418582" cy="1375431"/>
          </a:xfrm>
          <a:custGeom>
            <a:avLst/>
            <a:gdLst/>
            <a:ahLst/>
            <a:cxnLst/>
            <a:rect r="r" b="b" t="t" l="l"/>
            <a:pathLst>
              <a:path h="1375431" w="1418582">
                <a:moveTo>
                  <a:pt x="0" y="0"/>
                </a:moveTo>
                <a:lnTo>
                  <a:pt x="1418582" y="0"/>
                </a:lnTo>
                <a:lnTo>
                  <a:pt x="1418582" y="1375431"/>
                </a:lnTo>
                <a:lnTo>
                  <a:pt x="0" y="13754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CYCLOHEXANE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451" y="2951564"/>
            <a:ext cx="181053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086640" y="1214194"/>
            <a:ext cx="1418582" cy="1375431"/>
          </a:xfrm>
          <a:custGeom>
            <a:avLst/>
            <a:gdLst/>
            <a:ahLst/>
            <a:cxnLst/>
            <a:rect r="r" b="b" t="t" l="l"/>
            <a:pathLst>
              <a:path h="1375431" w="1418582">
                <a:moveTo>
                  <a:pt x="0" y="0"/>
                </a:moveTo>
                <a:lnTo>
                  <a:pt x="1418582" y="0"/>
                </a:lnTo>
                <a:lnTo>
                  <a:pt x="1418582" y="1375431"/>
                </a:lnTo>
                <a:lnTo>
                  <a:pt x="0" y="13754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417754" y="2841480"/>
            <a:ext cx="793724" cy="456993"/>
          </a:xfrm>
          <a:custGeom>
            <a:avLst/>
            <a:gdLst/>
            <a:ahLst/>
            <a:cxnLst/>
            <a:rect r="r" b="b" t="t" l="l"/>
            <a:pathLst>
              <a:path h="456993" w="793724">
                <a:moveTo>
                  <a:pt x="0" y="0"/>
                </a:moveTo>
                <a:lnTo>
                  <a:pt x="793725" y="0"/>
                </a:lnTo>
                <a:lnTo>
                  <a:pt x="793725" y="456993"/>
                </a:lnTo>
                <a:lnTo>
                  <a:pt x="0" y="4569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156118" y="1145465"/>
            <a:ext cx="1305612" cy="1419791"/>
          </a:xfrm>
          <a:custGeom>
            <a:avLst/>
            <a:gdLst/>
            <a:ahLst/>
            <a:cxnLst/>
            <a:rect r="r" b="b" t="t" l="l"/>
            <a:pathLst>
              <a:path h="1419791" w="1305612">
                <a:moveTo>
                  <a:pt x="0" y="0"/>
                </a:moveTo>
                <a:lnTo>
                  <a:pt x="1305612" y="0"/>
                </a:lnTo>
                <a:lnTo>
                  <a:pt x="1305612" y="1419790"/>
                </a:lnTo>
                <a:lnTo>
                  <a:pt x="0" y="1419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CYCLOHEXANONE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156184" y="1145465"/>
            <a:ext cx="1305612" cy="1419791"/>
          </a:xfrm>
          <a:custGeom>
            <a:avLst/>
            <a:gdLst/>
            <a:ahLst/>
            <a:cxnLst/>
            <a:rect r="r" b="b" t="t" l="l"/>
            <a:pathLst>
              <a:path h="1419791" w="1305612">
                <a:moveTo>
                  <a:pt x="0" y="0"/>
                </a:moveTo>
                <a:lnTo>
                  <a:pt x="1305611" y="0"/>
                </a:lnTo>
                <a:lnTo>
                  <a:pt x="1305611" y="1419790"/>
                </a:lnTo>
                <a:lnTo>
                  <a:pt x="0" y="1419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3451" y="2951564"/>
            <a:ext cx="181053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179914" y="2848057"/>
            <a:ext cx="1252838" cy="589973"/>
          </a:xfrm>
          <a:custGeom>
            <a:avLst/>
            <a:gdLst/>
            <a:ahLst/>
            <a:cxnLst/>
            <a:rect r="r" b="b" t="t" l="l"/>
            <a:pathLst>
              <a:path h="589973" w="1252838">
                <a:moveTo>
                  <a:pt x="0" y="0"/>
                </a:moveTo>
                <a:lnTo>
                  <a:pt x="1252837" y="0"/>
                </a:lnTo>
                <a:lnTo>
                  <a:pt x="1252837" y="589972"/>
                </a:lnTo>
                <a:lnTo>
                  <a:pt x="0" y="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14282" y="1279473"/>
            <a:ext cx="1840247" cy="1244873"/>
          </a:xfrm>
          <a:custGeom>
            <a:avLst/>
            <a:gdLst/>
            <a:ahLst/>
            <a:cxnLst/>
            <a:rect r="r" b="b" t="t" l="l"/>
            <a:pathLst>
              <a:path h="1244873" w="1840247">
                <a:moveTo>
                  <a:pt x="0" y="0"/>
                </a:moveTo>
                <a:lnTo>
                  <a:pt x="1840246" y="0"/>
                </a:lnTo>
                <a:lnTo>
                  <a:pt x="1840246" y="1244873"/>
                </a:lnTo>
                <a:lnTo>
                  <a:pt x="0" y="1244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ACETAMINOPHEN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NO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1055" y="2920461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NHCOCH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N-(4-hydroxyphenyl)a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cetamide I  Paracetamol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912701" y="1277893"/>
            <a:ext cx="1840247" cy="1244873"/>
          </a:xfrm>
          <a:custGeom>
            <a:avLst/>
            <a:gdLst/>
            <a:ahLst/>
            <a:cxnLst/>
            <a:rect r="r" b="b" t="t" l="l"/>
            <a:pathLst>
              <a:path h="1244873" w="1840247">
                <a:moveTo>
                  <a:pt x="0" y="0"/>
                </a:moveTo>
                <a:lnTo>
                  <a:pt x="1840247" y="0"/>
                </a:lnTo>
                <a:lnTo>
                  <a:pt x="1840247" y="1244873"/>
                </a:lnTo>
                <a:lnTo>
                  <a:pt x="0" y="1244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373589" y="2753618"/>
            <a:ext cx="951413" cy="762126"/>
          </a:xfrm>
          <a:custGeom>
            <a:avLst/>
            <a:gdLst/>
            <a:ahLst/>
            <a:cxnLst/>
            <a:rect r="r" b="b" t="t" l="l"/>
            <a:pathLst>
              <a:path h="762126" w="951413">
                <a:moveTo>
                  <a:pt x="0" y="0"/>
                </a:moveTo>
                <a:lnTo>
                  <a:pt x="951413" y="0"/>
                </a:lnTo>
                <a:lnTo>
                  <a:pt x="951413" y="762126"/>
                </a:lnTo>
                <a:lnTo>
                  <a:pt x="0" y="762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76513" y="1226176"/>
            <a:ext cx="1545564" cy="1336138"/>
          </a:xfrm>
          <a:custGeom>
            <a:avLst/>
            <a:gdLst/>
            <a:ahLst/>
            <a:cxnLst/>
            <a:rect r="r" b="b" t="t" l="l"/>
            <a:pathLst>
              <a:path h="1336138" w="1545564">
                <a:moveTo>
                  <a:pt x="0" y="0"/>
                </a:moveTo>
                <a:lnTo>
                  <a:pt x="1545565" y="0"/>
                </a:lnTo>
                <a:lnTo>
                  <a:pt x="1545565" y="1336139"/>
                </a:lnTo>
                <a:lnTo>
                  <a:pt x="0" y="1336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ASPIRIN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09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471" y="2944052"/>
            <a:ext cx="1776492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8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2-acetoxybenzoic acid  I  acetylsali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cylic acid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076513" y="1226176"/>
            <a:ext cx="1545564" cy="1336138"/>
          </a:xfrm>
          <a:custGeom>
            <a:avLst/>
            <a:gdLst/>
            <a:ahLst/>
            <a:cxnLst/>
            <a:rect r="r" b="b" t="t" l="l"/>
            <a:pathLst>
              <a:path h="1336138" w="1545564">
                <a:moveTo>
                  <a:pt x="0" y="0"/>
                </a:moveTo>
                <a:lnTo>
                  <a:pt x="1545565" y="0"/>
                </a:lnTo>
                <a:lnTo>
                  <a:pt x="1545565" y="1336139"/>
                </a:lnTo>
                <a:lnTo>
                  <a:pt x="0" y="1336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71" y="112630"/>
            <a:ext cx="3619059" cy="1113547"/>
            <a:chOff x="0" y="0"/>
            <a:chExt cx="2593978" cy="79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3978" cy="798140"/>
            </a:xfrm>
            <a:custGeom>
              <a:avLst/>
              <a:gdLst/>
              <a:ahLst/>
              <a:cxnLst/>
              <a:rect r="r" b="b" t="t" l="l"/>
              <a:pathLst>
                <a:path h="798140" w="2593978">
                  <a:moveTo>
                    <a:pt x="0" y="0"/>
                  </a:moveTo>
                  <a:lnTo>
                    <a:pt x="2593978" y="0"/>
                  </a:lnTo>
                  <a:lnTo>
                    <a:pt x="2593978" y="798140"/>
                  </a:lnTo>
                  <a:lnTo>
                    <a:pt x="0" y="798140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93978" cy="807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71" y="1314866"/>
            <a:ext cx="1776492" cy="1174086"/>
            <a:chOff x="0" y="0"/>
            <a:chExt cx="1273309" cy="841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8318" y="1314866"/>
            <a:ext cx="1781211" cy="1174086"/>
            <a:chOff x="0" y="0"/>
            <a:chExt cx="1276692" cy="841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15346" y="4648599"/>
            <a:ext cx="573308" cy="230131"/>
            <a:chOff x="0" y="0"/>
            <a:chExt cx="410921" cy="164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921" cy="164948"/>
            </a:xfrm>
            <a:custGeom>
              <a:avLst/>
              <a:gdLst/>
              <a:ahLst/>
              <a:cxnLst/>
              <a:rect r="r" b="b" t="t" l="l"/>
              <a:pathLst>
                <a:path h="164948" w="410921">
                  <a:moveTo>
                    <a:pt x="0" y="0"/>
                  </a:moveTo>
                  <a:lnTo>
                    <a:pt x="410921" y="0"/>
                  </a:lnTo>
                  <a:lnTo>
                    <a:pt x="410921" y="164948"/>
                  </a:lnTo>
                  <a:lnTo>
                    <a:pt x="0" y="164948"/>
                  </a:lnTo>
                  <a:close/>
                </a:path>
              </a:pathLst>
            </a:custGeom>
            <a:solidFill>
              <a:srgbClr val="4B7D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10921" cy="17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471" y="2556000"/>
            <a:ext cx="1776492" cy="1174086"/>
            <a:chOff x="0" y="0"/>
            <a:chExt cx="1273309" cy="841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309" cy="841532"/>
            </a:xfrm>
            <a:custGeom>
              <a:avLst/>
              <a:gdLst/>
              <a:ahLst/>
              <a:cxnLst/>
              <a:rect r="r" b="b" t="t" l="l"/>
              <a:pathLst>
                <a:path h="84153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309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4011" y="2556000"/>
            <a:ext cx="1781211" cy="1174086"/>
            <a:chOff x="0" y="0"/>
            <a:chExt cx="1276692" cy="841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692" cy="841532"/>
            </a:xfrm>
            <a:custGeom>
              <a:avLst/>
              <a:gdLst/>
              <a:ahLst/>
              <a:cxnLst/>
              <a:rect r="r" b="b" t="t" l="l"/>
              <a:pathLst>
                <a:path h="841532" w="1276692">
                  <a:moveTo>
                    <a:pt x="0" y="0"/>
                  </a:moveTo>
                  <a:lnTo>
                    <a:pt x="1276692" y="0"/>
                  </a:lnTo>
                  <a:lnTo>
                    <a:pt x="1276692" y="841532"/>
                  </a:lnTo>
                  <a:lnTo>
                    <a:pt x="0" y="841532"/>
                  </a:lnTo>
                  <a:close/>
                </a:path>
              </a:pathLst>
            </a:custGeom>
            <a:solidFill>
              <a:srgbClr val="E5ECF2"/>
            </a:solidFill>
            <a:ln w="476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76692" cy="85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70" y="4620024"/>
            <a:ext cx="626285" cy="171262"/>
            <a:chOff x="0" y="0"/>
            <a:chExt cx="835046" cy="228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1344" y="2381"/>
              <a:ext cx="201212" cy="211802"/>
            </a:xfrm>
            <a:custGeom>
              <a:avLst/>
              <a:gdLst/>
              <a:ahLst/>
              <a:cxnLst/>
              <a:rect r="r" b="b" t="t" l="l"/>
              <a:pathLst>
                <a:path h="211802" w="201212">
                  <a:moveTo>
                    <a:pt x="0" y="0"/>
                  </a:moveTo>
                  <a:lnTo>
                    <a:pt x="201212" y="0"/>
                  </a:lnTo>
                  <a:lnTo>
                    <a:pt x="201212" y="211802"/>
                  </a:lnTo>
                  <a:lnTo>
                    <a:pt x="0" y="21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931" cy="228349"/>
            </a:xfrm>
            <a:custGeom>
              <a:avLst/>
              <a:gdLst/>
              <a:ahLst/>
              <a:cxnLst/>
              <a:rect r="r" b="b" t="t" l="l"/>
              <a:pathLst>
                <a:path h="228349" w="216931">
                  <a:moveTo>
                    <a:pt x="0" y="0"/>
                  </a:moveTo>
                  <a:lnTo>
                    <a:pt x="216931" y="0"/>
                  </a:lnTo>
                  <a:lnTo>
                    <a:pt x="216931" y="228349"/>
                  </a:lnTo>
                  <a:lnTo>
                    <a:pt x="0" y="228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19395" y="6349"/>
              <a:ext cx="215651" cy="215651"/>
            </a:xfrm>
            <a:custGeom>
              <a:avLst/>
              <a:gdLst/>
              <a:ahLst/>
              <a:cxnLst/>
              <a:rect r="r" b="b" t="t" l="l"/>
              <a:pathLst>
                <a:path h="215651" w="215651">
                  <a:moveTo>
                    <a:pt x="0" y="0"/>
                  </a:moveTo>
                  <a:lnTo>
                    <a:pt x="215651" y="0"/>
                  </a:lnTo>
                  <a:lnTo>
                    <a:pt x="215651" y="215651"/>
                  </a:lnTo>
                  <a:lnTo>
                    <a:pt x="0" y="21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315273" y="2714828"/>
            <a:ext cx="1055958" cy="807808"/>
          </a:xfrm>
          <a:custGeom>
            <a:avLst/>
            <a:gdLst/>
            <a:ahLst/>
            <a:cxnLst/>
            <a:rect r="r" b="b" t="t" l="l"/>
            <a:pathLst>
              <a:path h="807808" w="1055958">
                <a:moveTo>
                  <a:pt x="0" y="0"/>
                </a:moveTo>
                <a:lnTo>
                  <a:pt x="1055957" y="0"/>
                </a:lnTo>
                <a:lnTo>
                  <a:pt x="1055957" y="807808"/>
                </a:lnTo>
                <a:lnTo>
                  <a:pt x="0" y="807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129019" y="1220978"/>
            <a:ext cx="1444518" cy="1361862"/>
          </a:xfrm>
          <a:custGeom>
            <a:avLst/>
            <a:gdLst/>
            <a:ahLst/>
            <a:cxnLst/>
            <a:rect r="r" b="b" t="t" l="l"/>
            <a:pathLst>
              <a:path h="1361862" w="1444518">
                <a:moveTo>
                  <a:pt x="0" y="0"/>
                </a:moveTo>
                <a:lnTo>
                  <a:pt x="1444518" y="0"/>
                </a:lnTo>
                <a:lnTo>
                  <a:pt x="1444518" y="1361862"/>
                </a:lnTo>
                <a:lnTo>
                  <a:pt x="0" y="1361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1570" y="262932"/>
            <a:ext cx="3623652" cy="36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0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CAFFEINE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036" y="137042"/>
            <a:ext cx="2938744" cy="20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"/>
              </a:lnSpc>
            </a:pPr>
            <a:r>
              <a:rPr lang="en-US" sz="11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molecule 10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769" y="4680277"/>
            <a:ext cx="511358" cy="1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sz="761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VERIFY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64" y="510023"/>
            <a:ext cx="3723364" cy="50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sz="28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036" y="1747893"/>
            <a:ext cx="162936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70" y="2857159"/>
            <a:ext cx="174449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HN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984108"/>
            <a:ext cx="3811686" cy="18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1,3,7-Trimethylpur</a:t>
            </a:r>
            <a:r>
              <a:rPr lang="en-US" b="true" sz="103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ine-2,6-dione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129019" y="1220978"/>
            <a:ext cx="1444518" cy="1361862"/>
          </a:xfrm>
          <a:custGeom>
            <a:avLst/>
            <a:gdLst/>
            <a:ahLst/>
            <a:cxnLst/>
            <a:rect r="r" b="b" t="t" l="l"/>
            <a:pathLst>
              <a:path h="1361862" w="1444518">
                <a:moveTo>
                  <a:pt x="0" y="0"/>
                </a:moveTo>
                <a:lnTo>
                  <a:pt x="1444518" y="0"/>
                </a:lnTo>
                <a:lnTo>
                  <a:pt x="1444518" y="1361862"/>
                </a:lnTo>
                <a:lnTo>
                  <a:pt x="0" y="1361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0471" y="3815811"/>
            <a:ext cx="3624752" cy="766114"/>
            <a:chOff x="0" y="0"/>
            <a:chExt cx="2598058" cy="54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8058" cy="549116"/>
            </a:xfrm>
            <a:custGeom>
              <a:avLst/>
              <a:gdLst/>
              <a:ahLst/>
              <a:cxnLst/>
              <a:rect r="r" b="b" t="t" l="l"/>
              <a:pathLst>
                <a:path h="549116" w="2598058">
                  <a:moveTo>
                    <a:pt x="0" y="0"/>
                  </a:moveTo>
                  <a:lnTo>
                    <a:pt x="2598058" y="0"/>
                  </a:lnTo>
                  <a:lnTo>
                    <a:pt x="2598058" y="549116"/>
                  </a:lnTo>
                  <a:lnTo>
                    <a:pt x="0" y="549116"/>
                  </a:lnTo>
                  <a:close/>
                </a:path>
              </a:pathLst>
            </a:custGeom>
            <a:solidFill>
              <a:srgbClr val="F2F3F3"/>
            </a:solidFill>
            <a:ln w="9525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598058" cy="55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8000" y="41615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5"/>
                </a:lnTo>
                <a:lnTo>
                  <a:pt x="0" y="1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78000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2055604" y="4162356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055604" y="4337885"/>
            <a:ext cx="109625" cy="109625"/>
          </a:xfrm>
          <a:custGeom>
            <a:avLst/>
            <a:gdLst/>
            <a:ahLst/>
            <a:cxnLst/>
            <a:rect r="r" b="b" t="t" l="l"/>
            <a:pathLst>
              <a:path h="109625" w="109625">
                <a:moveTo>
                  <a:pt x="0" y="0"/>
                </a:moveTo>
                <a:lnTo>
                  <a:pt x="109625" y="0"/>
                </a:lnTo>
                <a:lnTo>
                  <a:pt x="109625" y="109626"/>
                </a:lnTo>
                <a:lnTo>
                  <a:pt x="0" y="109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294373" y="3815811"/>
            <a:ext cx="371755" cy="371755"/>
          </a:xfrm>
          <a:custGeom>
            <a:avLst/>
            <a:gdLst/>
            <a:ahLst/>
            <a:cxnLst/>
            <a:rect r="r" b="b" t="t" l="l"/>
            <a:pathLst>
              <a:path h="371755" w="371755">
                <a:moveTo>
                  <a:pt x="0" y="0"/>
                </a:moveTo>
                <a:lnTo>
                  <a:pt x="371754" y="0"/>
                </a:lnTo>
                <a:lnTo>
                  <a:pt x="371754" y="371754"/>
                </a:lnTo>
                <a:lnTo>
                  <a:pt x="0" y="371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288658" y="4098526"/>
            <a:ext cx="85751" cy="85751"/>
          </a:xfrm>
          <a:custGeom>
            <a:avLst/>
            <a:gdLst/>
            <a:ahLst/>
            <a:cxnLst/>
            <a:rect r="r" b="b" t="t" l="l"/>
            <a:pathLst>
              <a:path h="85751" w="85751">
                <a:moveTo>
                  <a:pt x="0" y="0"/>
                </a:moveTo>
                <a:lnTo>
                  <a:pt x="85751" y="0"/>
                </a:lnTo>
                <a:lnTo>
                  <a:pt x="85751" y="85751"/>
                </a:lnTo>
                <a:lnTo>
                  <a:pt x="0" y="857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61795" y="3973674"/>
            <a:ext cx="111742" cy="124851"/>
          </a:xfrm>
          <a:custGeom>
            <a:avLst/>
            <a:gdLst/>
            <a:ahLst/>
            <a:cxnLst/>
            <a:rect r="r" b="b" t="t" l="l"/>
            <a:pathLst>
              <a:path h="124851" w="111742">
                <a:moveTo>
                  <a:pt x="0" y="0"/>
                </a:moveTo>
                <a:lnTo>
                  <a:pt x="111742" y="0"/>
                </a:lnTo>
                <a:lnTo>
                  <a:pt x="111742" y="124852"/>
                </a:lnTo>
                <a:lnTo>
                  <a:pt x="0" y="1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387078" y="3940372"/>
            <a:ext cx="105188" cy="123751"/>
          </a:xfrm>
          <a:custGeom>
            <a:avLst/>
            <a:gdLst/>
            <a:ahLst/>
            <a:cxnLst/>
            <a:rect r="r" b="b" t="t" l="l"/>
            <a:pathLst>
              <a:path h="123751" w="105188">
                <a:moveTo>
                  <a:pt x="0" y="0"/>
                </a:moveTo>
                <a:lnTo>
                  <a:pt x="105188" y="0"/>
                </a:lnTo>
                <a:lnTo>
                  <a:pt x="105188" y="123750"/>
                </a:lnTo>
                <a:lnTo>
                  <a:pt x="0" y="123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90663" y="4184277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5"/>
                </a:lnTo>
                <a:lnTo>
                  <a:pt x="0" y="64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40879" y="3864047"/>
            <a:ext cx="210393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"/>
              </a:lnSpc>
            </a:pPr>
            <a:r>
              <a:rPr lang="en-US" b="true" sz="7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 STRIP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8973" y="41330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atom count verified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973" y="4309310"/>
            <a:ext cx="913524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28412" y="4133010"/>
            <a:ext cx="1027861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bond order checked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28412" y="4309310"/>
            <a:ext cx="1345125" cy="1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"/>
              </a:lnSpc>
            </a:pPr>
            <a:r>
              <a:rPr lang="en-US" sz="7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same connectivity confirmed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78773" y="4089857"/>
            <a:ext cx="92457" cy="8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"/>
              </a:lnSpc>
            </a:pPr>
            <a:r>
              <a:rPr lang="en-US" sz="451">
                <a:solidFill>
                  <a:srgbClr val="A7A1A1"/>
                </a:solidFill>
                <a:latin typeface="Arial"/>
                <a:ea typeface="Arial"/>
                <a:cs typeface="Arial"/>
                <a:sym typeface="Arial"/>
              </a:rPr>
              <a:t>che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90881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4" y="0"/>
                </a:lnTo>
                <a:lnTo>
                  <a:pt x="83864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68484" y="4184881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068484" y="4360410"/>
            <a:ext cx="83864" cy="64576"/>
          </a:xfrm>
          <a:custGeom>
            <a:avLst/>
            <a:gdLst/>
            <a:ahLst/>
            <a:cxnLst/>
            <a:rect r="r" b="b" t="t" l="l"/>
            <a:pathLst>
              <a:path h="64576" w="83864">
                <a:moveTo>
                  <a:pt x="0" y="0"/>
                </a:moveTo>
                <a:lnTo>
                  <a:pt x="83865" y="0"/>
                </a:lnTo>
                <a:lnTo>
                  <a:pt x="83865" y="64576"/>
                </a:lnTo>
                <a:lnTo>
                  <a:pt x="0" y="64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DAHXnNkw6xI</dc:identifier>
  <dcterms:modified xsi:type="dcterms:W3CDTF">2011-08-01T06:04:30Z</dcterms:modified>
  <cp:revision>1</cp:revision>
  <dc:title>molecule 01</dc:title>
</cp:coreProperties>
</file>